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920240"/>
            <a:ext cx="10881360" cy="2286000"/>
          </a:xfrm>
          <a:prstGeom prst="rect">
            <a:avLst/>
          </a:prstGeom>
          <a:solidFill>
            <a:srgbClr val="081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Montserrat"/>
              </a:rPr>
              <a:t>Wolfee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ontserrat"/>
              </a:rPr>
              <a:t>Сканер уязвимых зависимостей</a:t>
            </a:r>
          </a:p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ontserrat"/>
              </a:rPr>
              <a:t>с приоритизацией по реальной эксплуатируемости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94360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ontserrat"/>
              </a:rPr>
              <a:t>Архитектурный комитет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1106424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rotWithShape="0">
              <a:srgbClr val="0819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Montserrat"/>
              </a:rPr>
              <a:t>Бизнес-цель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000000"/>
                </a:solidFill>
                <a:latin typeface="Montserrat"/>
              </a:rPr>
              <a:t>Находить уязвимые зависимости и приоритизировать их по реальной эксплуатируемости до попадания изменений в основную ветку.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Montserrat"/>
              </a:rPr>
              <a:t>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  <a:latin typeface="Montserrat"/>
              </a:rPr>
              <a:t>Wolfee CLI как усиление Dependency-Track: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ontserrat"/>
              </a:rPr>
              <a:t>•  проверяет контейнерные образы и исходный код на уязвимые зависимости в CI/CD;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ontserrat"/>
              </a:rPr>
              <a:t>•  обогащает каждую находку контекстом: CISA KEV, EPSS, наличие PoC, вредоносные пакеты;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ontserrat"/>
              </a:rPr>
              <a:t>•  определяет достижимость уязвимого кода (reachability) и снижает шум;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ontserrat"/>
              </a:rPr>
              <a:t>•  передаёт результаты (SARIF / JSON) в Dependency-Track и GitHub Code Scanning.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914400"/>
            <a:ext cx="1106424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rotWithShape="0">
              <a:srgbClr val="0819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Montserrat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Montserrat"/>
              </a:rPr>
              <a:t>Как работает Wolfee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•  сканирует контейнерные образы (trivy) и исходный код (cdxgen + OSV.dev, 30+ экосистем);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•  обогащает находки: KEV, EPSS, PoC-in-GitHub, malicious-packages, toxic-repos;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•  анализирует достижимость: govulncheck (Go) и atom (JS / Python / Java / PHP);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•  формирует отчёт table / JSON / SARIF: пакет, CVE и версия исправления.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Montserrat"/>
              </a:rPr>
              <a:t>Как встроить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•  добавить Wolfee в pipeline GitLab CI или GitHub Actions;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•  запускать скан образа или исходников на каждый pull request;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•  задать порог блокировки: --fail-on high (exit 2);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•  импортировать SARIF / JSON в Dependency-Track и Code Scanning.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3495DB"/>
                </a:solidFill>
                <a:latin typeface="Montserrat"/>
              </a:rPr>
              <a:t>Не требует внешней БД для поддержки: обогащение подтягивается на лету и кэшируется на диск.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914400"/>
            <a:ext cx="1106424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rotWithShape="0">
              <a:srgbClr val="0819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Montserrat"/>
              </a:rPr>
              <a:t>Архитектура решения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828800" cy="1645920"/>
          </a:xfrm>
          <a:prstGeom prst="rect">
            <a:avLst/>
          </a:prstGeom>
          <a:solidFill>
            <a:srgbClr val="34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724912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Репозиторий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18687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Исходный код / образ</a:t>
            </a:r>
          </a:p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Pull request /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495DB"/>
                </a:solidFill>
                <a:latin typeface="Montserrat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560320"/>
            <a:ext cx="1828800" cy="1645920"/>
          </a:xfrm>
          <a:prstGeom prst="rect">
            <a:avLst/>
          </a:prstGeom>
          <a:solidFill>
            <a:srgbClr val="34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724912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3218687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GitLab CI</a:t>
            </a:r>
          </a:p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GitHub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495DB"/>
                </a:solidFill>
                <a:latin typeface="Montserrat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560320"/>
            <a:ext cx="1828800" cy="1645920"/>
          </a:xfrm>
          <a:prstGeom prst="rect">
            <a:avLst/>
          </a:prstGeom>
          <a:solidFill>
            <a:srgbClr val="34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724912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Wolfee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218687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trivy + cdxgen + OSV</a:t>
            </a:r>
          </a:p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обогащение находок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495DB"/>
                </a:solidFill>
                <a:latin typeface="Montserrat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560320"/>
            <a:ext cx="1828800" cy="1645920"/>
          </a:xfrm>
          <a:prstGeom prst="rect">
            <a:avLst/>
          </a:prstGeom>
          <a:solidFill>
            <a:srgbClr val="34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724912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3218687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SARIF / JSON</a:t>
            </a:r>
          </a:p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пакет · CVE ·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01752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495DB"/>
                </a:solidFill>
                <a:latin typeface="Montserrat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560320"/>
            <a:ext cx="1828800" cy="1645920"/>
          </a:xfrm>
          <a:prstGeom prst="rect">
            <a:avLst/>
          </a:prstGeom>
          <a:solidFill>
            <a:srgbClr val="349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2724912"/>
            <a:ext cx="1609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Dependency-Track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218687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импорт находок</a:t>
            </a:r>
          </a:p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FFFFFF"/>
                </a:solidFill>
                <a:latin typeface="Montserrat"/>
              </a:rPr>
              <a:t>управление уязвимостями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081935"/>
                </a:solidFill>
                <a:latin typeface="Montserrat"/>
              </a:rPr>
              <a:t>Wolfee работает как отдельный CLI-шаг pipeline и усиливает Dependency-Track: приоритизация по эксплуатируемости и достижимости, история дефектов — в Dependency-Track.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914400"/>
            <a:ext cx="1106424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rotWithShape="0">
              <a:srgbClr val="0819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Montserrat"/>
              </a:rPr>
              <a:t>Возможности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Montserrat"/>
              </a:rPr>
              <a:t>Wolfee CLI — единый CLI-инструмент для поиска и обогащения уязвимостей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495DB"/>
                </a:solidFill>
                <a:latin typeface="Montserrat"/>
              </a:rPr>
              <a:t>Источники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37744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000000"/>
                </a:solidFill>
                <a:latin typeface="Montserrat"/>
              </a:rPr>
              <a:t>контейнерные образы (trivy) и исходный код / SBOM / PURL — cdxgen + OSV.dev, 30+ экосистем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495DB"/>
                </a:solidFill>
                <a:latin typeface="Montserrat"/>
              </a:rPr>
              <a:t>Обогащение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52044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000000"/>
                </a:solidFill>
                <a:latin typeface="Montserrat"/>
              </a:rPr>
              <a:t>CISA KEV, EPSS, PoC-in-GitHub, ossf/malicious-packages, toxic-repos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495DB"/>
                </a:solidFill>
                <a:latin typeface="Montserrat"/>
              </a:rPr>
              <a:t>Достижимость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466344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000000"/>
                </a:solidFill>
                <a:latin typeface="Montserrat"/>
              </a:rPr>
              <a:t>govulncheck для Go (до символа) и atom для JS / Python / Java / PHP (до пакета)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774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495DB"/>
                </a:solidFill>
                <a:latin typeface="Montserrat"/>
              </a:rPr>
              <a:t>Отчёты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37744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000000"/>
                </a:solidFill>
                <a:latin typeface="Montserrat"/>
              </a:rPr>
              <a:t>table, JSON и SARIF — для CI/CD, Dependency-Track и GitHub Code Scanning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5204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495DB"/>
                </a:solidFill>
                <a:latin typeface="Montserrat"/>
              </a:rPr>
              <a:t>Поставка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52044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000000"/>
                </a:solidFill>
                <a:latin typeface="Montserrat"/>
              </a:rPr>
              <a:t>один Go-бинарник, Docker-образ со всеми инструментами, air-gapped-режим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6634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495DB"/>
                </a:solidFill>
                <a:latin typeface="Montserrat"/>
              </a:rPr>
              <a:t>Лицензия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66344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000000"/>
                </a:solidFill>
                <a:latin typeface="Montserrat"/>
              </a:rPr>
              <a:t>open source, без внешней базы уязвимостей для поддержки и прогрева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914400"/>
            <a:ext cx="1106424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25000" dir="5400000" rotWithShape="0">
              <a:srgbClr val="0819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Montserrat"/>
              </a:rPr>
              <a:t>Анализ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ontserrat"/>
              </a:rPr>
              <a:t>Потребности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•  приоритизация уязвимостей по реальной эксплуатируемости, а не только по CVSS;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•  единый скан образов и исходного кода в CI/CD на каждый pull request;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•  порог качества, блокирующий критичные и эксплуатируемые находки;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•  передача результатов в Dependency-Track.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ontserrat"/>
              </a:rPr>
              <a:t>Недостатки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•  Wolfee — CLI-инструмент, а не система хранения: своей истории сканирований нет;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•  историю, статусы и повторные проверки нужно вести в Dependency-Track;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•  нет готового web-интерфейса для аналитики.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ontserrat"/>
              </a:rPr>
              <a:t>Проблемы и риски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•  обогащение требует исходящего доступа к фидам (cisa.gov, first.org, github) — в air-gapped нужен кэш или зеркала;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•  reachability для Ruby / Rust / C / .NET не поддерживается — находки помечаются UNKNOWN;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•  при отсутствии дисциплины CI/CD находки могут не попадать в Dependency-Track.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scus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463040"/>
            <a:ext cx="7406640" cy="3840480"/>
          </a:xfrm>
          <a:prstGeom prst="rect">
            <a:avLst/>
          </a:prstGeom>
          <a:solidFill>
            <a:srgbClr val="081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Обсуждение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Вопросы по внедрению Wolfee CLI в CI/CD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и усилению Dependency-Track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